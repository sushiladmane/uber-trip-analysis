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7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83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1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46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1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0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3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2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6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6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02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Uber Trip Demand &amp; Fleet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| Machine Learning | Power BI</a:t>
            </a:r>
          </a:p>
          <a:p>
            <a:r>
              <a:t>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Uber trip demand and fleet utilization</a:t>
            </a:r>
          </a:p>
          <a:p>
            <a:r>
              <a:t>• Understand relationship between active vehicles and trips</a:t>
            </a:r>
          </a:p>
          <a:p>
            <a:r>
              <a:t>• Predict trip demand using machine learning</a:t>
            </a:r>
          </a:p>
          <a:p>
            <a:r>
              <a:t>• Build insights-driven Power BI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Columns Used:</a:t>
            </a:r>
          </a:p>
          <a:p>
            <a:r>
              <a:t>• Dispatching Base Number</a:t>
            </a:r>
          </a:p>
          <a:p>
            <a:r>
              <a:t>• Date</a:t>
            </a:r>
          </a:p>
          <a:p>
            <a:r>
              <a:t>• Active Vehicles</a:t>
            </a:r>
          </a:p>
          <a:p>
            <a:r>
              <a:t>• Trips</a:t>
            </a:r>
          </a:p>
          <a:p>
            <a:endParaRPr/>
          </a:p>
          <a:p>
            <a:r>
              <a:t>Data covers Jan–Feb operational activity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date to datetime format</a:t>
            </a:r>
          </a:p>
          <a:p>
            <a:r>
              <a:t>• Removed missing and zero values</a:t>
            </a:r>
          </a:p>
          <a:p>
            <a:r>
              <a:t>• Created time features (month, weekday)</a:t>
            </a:r>
          </a:p>
          <a:p>
            <a:r>
              <a:t>• Calculated Trips per Vehicle KPI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 (baseline model)</a:t>
            </a:r>
          </a:p>
          <a:p>
            <a:r>
              <a:t>• Decision Tree Regressor</a:t>
            </a:r>
          </a:p>
          <a:p>
            <a:endParaRPr/>
          </a:p>
          <a:p>
            <a:r>
              <a:t>Target Variable: Trips</a:t>
            </a:r>
          </a:p>
          <a:p>
            <a:r>
              <a:t>Features: Active Vehicles, Month, Weekday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models using MAE and R² Score</a:t>
            </a:r>
          </a:p>
          <a:p>
            <a:r>
              <a:t>• Decision Tree captured non-linear patterns better</a:t>
            </a:r>
          </a:p>
          <a:p>
            <a:r>
              <a:t>• Predictions exported for Power BI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Visuals:</a:t>
            </a:r>
          </a:p>
          <a:p>
            <a:r>
              <a:t>• Total Trips &amp; Active Vehicles KPIs</a:t>
            </a:r>
          </a:p>
          <a:p>
            <a:r>
              <a:t>• Trips trend over time</a:t>
            </a:r>
          </a:p>
          <a:p>
            <a:r>
              <a:t>• Top dispatching bases by trips</a:t>
            </a:r>
          </a:p>
          <a:p>
            <a:r>
              <a:t>• Trips per vehicle (utilization)</a:t>
            </a:r>
          </a:p>
          <a:p>
            <a:r>
              <a:t>• Actual vs Predicted trips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A0A5EDA6-D3AA-FC2B-0DEC-C4D98D5F2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1179871"/>
            <a:ext cx="7138219" cy="449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2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Some bases show high trips with fewer vehicles</a:t>
            </a:r>
          </a:p>
          <a:p>
            <a:r>
              <a:t>• Demand fluctuates by time and base</a:t>
            </a:r>
          </a:p>
          <a:p>
            <a:r>
              <a:t>• Fleet optimization opportunities identified</a:t>
            </a:r>
          </a:p>
          <a:p>
            <a:r>
              <a:t>• ML predictions support demand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(Pandas, Scikit-learn)</a:t>
            </a:r>
          </a:p>
          <a:p>
            <a:r>
              <a:t>• Machine Learning</a:t>
            </a:r>
          </a:p>
          <a:p>
            <a:r>
              <a:t>• Power BI &amp; DAX</a:t>
            </a:r>
          </a:p>
          <a:p>
            <a:r>
              <a:t>• Data Visualization</a:t>
            </a:r>
          </a:p>
          <a:p>
            <a:r>
              <a:t>• Business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analytics project completed</a:t>
            </a:r>
          </a:p>
          <a:p>
            <a:r>
              <a:t>• Combined data analysis, ML, and BI</a:t>
            </a:r>
          </a:p>
          <a:p>
            <a:r>
              <a:t>• Dashboard enables data-driven decisions</a:t>
            </a:r>
          </a:p>
          <a:p>
            <a:r>
              <a:t>• Strong portfolio project for Data Analyst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270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Uber Trip Demand &amp; Fleet Performance Analysis</vt:lpstr>
      <vt:lpstr>Project Objective</vt:lpstr>
      <vt:lpstr>Dataset Overview</vt:lpstr>
      <vt:lpstr>Data Preparation (Python)</vt:lpstr>
      <vt:lpstr>Machine Learning Models</vt:lpstr>
      <vt:lpstr>Model Evaluation</vt:lpstr>
      <vt:lpstr>Power BI Dashboard</vt:lpstr>
      <vt:lpstr>PowerPoint Presentation</vt:lpstr>
      <vt:lpstr>Key Business Insights</vt:lpstr>
      <vt:lpstr>Tools &amp; Skills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sushil admane</cp:lastModifiedBy>
  <cp:revision>2</cp:revision>
  <dcterms:created xsi:type="dcterms:W3CDTF">2013-01-27T09:14:16Z</dcterms:created>
  <dcterms:modified xsi:type="dcterms:W3CDTF">2025-12-15T18:29:04Z</dcterms:modified>
  <cp:category/>
</cp:coreProperties>
</file>